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7" dt="2026-09-05T06:33:39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BCCC8-11D6-4D69-B47A-0159ADA7E3CE}" type="datetimeFigureOut"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F5CC5-187C-44B7-B1CA-AA966E1EAEC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9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90BD7A-EE49-4868-9260-CB3729B58A52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BDD7B-55F7-4E81-99D6-871B72DE8D09}" type="slidenum">
              <a:rPr lang="es-E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41762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E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BF5B81-499C-4B1F-BD1D-B740ABE19A3E}" type="slidenum">
              <a:rPr lang="es-E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96080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308960"/>
            <a:ext cx="9143640" cy="22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algn="ctr"/>
            <a:r>
              <a:rPr lang="ca-ES-valencia" sz="5400" b="1" u="none" strike="noStrike" dirty="0">
                <a:solidFill>
                  <a:srgbClr val="845C3C"/>
                </a:solidFill>
                <a:effectLst/>
                <a:uFillTx/>
                <a:latin typeface="Arial"/>
              </a:rPr>
              <a:t>PRESENTACIÓ</a:t>
            </a:r>
            <a:r>
              <a:rPr lang="ca-ES-valencia" sz="5400" b="1" dirty="0">
                <a:solidFill>
                  <a:srgbClr val="845C3C"/>
                </a:solidFill>
                <a:latin typeface="Arial"/>
              </a:rPr>
              <a:t> DEL CURS</a:t>
            </a:r>
            <a:endParaRPr lang="es-ES" sz="54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7" name="Rectángulo 5"/>
          <p:cNvSpPr/>
          <p:nvPr/>
        </p:nvSpPr>
        <p:spPr>
          <a:xfrm>
            <a:off x="802440" y="3659400"/>
            <a:ext cx="10580400" cy="45360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ca-ES-valencia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Rectángulo 2"/>
          <p:cNvSpPr/>
          <p:nvPr/>
        </p:nvSpPr>
        <p:spPr>
          <a:xfrm>
            <a:off x="0" y="6307560"/>
            <a:ext cx="12191760" cy="55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ca-ES-valencia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9" name="Picture 4"/>
          <p:cNvPicPr/>
          <p:nvPr/>
        </p:nvPicPr>
        <p:blipFill>
          <a:blip r:embed="rId3"/>
          <a:srcRect t="169" b="169"/>
          <a:stretch/>
        </p:blipFill>
        <p:spPr>
          <a:xfrm>
            <a:off x="802440" y="595440"/>
            <a:ext cx="2742840" cy="87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Imagen 12"/>
          <p:cNvPicPr/>
          <p:nvPr/>
        </p:nvPicPr>
        <p:blipFill>
          <a:blip r:embed="rId4"/>
          <a:srcRect l="964" r="964"/>
          <a:stretch/>
        </p:blipFill>
        <p:spPr>
          <a:xfrm>
            <a:off x="9069480" y="434160"/>
            <a:ext cx="2742840" cy="14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Imagen 9" descr="Logotipo&#10;&#10;Descripción generada automáticamente"/>
          <p:cNvPicPr/>
          <p:nvPr/>
        </p:nvPicPr>
        <p:blipFill>
          <a:blip r:embed="rId5"/>
          <a:stretch/>
        </p:blipFill>
        <p:spPr>
          <a:xfrm>
            <a:off x="5283000" y="236880"/>
            <a:ext cx="1619640" cy="15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523880" y="4027320"/>
            <a:ext cx="9143640" cy="278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ca-ES-valencia" sz="2800" b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1º </a:t>
            </a:r>
            <a:r>
              <a:rPr lang="ca-ES-valencia" sz="2800" b="1" dirty="0">
                <a:solidFill>
                  <a:schemeClr val="dk1"/>
                </a:solidFill>
                <a:latin typeface="Arial"/>
              </a:rPr>
              <a:t>CFGS</a:t>
            </a:r>
            <a:r>
              <a:rPr lang="ca-ES-valencia" sz="2800" b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– </a:t>
            </a:r>
            <a:r>
              <a:rPr lang="ca-ES-valencia" sz="2800" b="1" dirty="0">
                <a:solidFill>
                  <a:schemeClr val="dk1"/>
                </a:solidFill>
                <a:ea typeface="+mj-lt"/>
                <a:cs typeface="+mj-lt"/>
              </a:rPr>
              <a:t>DESENROTLLAMENT D'APLICACIONS WEB</a:t>
            </a:r>
            <a:endParaRPr lang="en-US" sz="2800" b="1">
              <a:solidFill>
                <a:schemeClr val="dk1"/>
              </a:solidFill>
              <a:latin typeface="Arial"/>
              <a:cs typeface="Arial"/>
            </a:endParaRPr>
          </a:p>
          <a:p>
            <a:pPr algn="ctr">
              <a:tabLst>
                <a:tab pos="0" algn="l"/>
              </a:tabLst>
            </a:pPr>
            <a:endParaRPr lang="ca-ES-valencia"/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10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  <a:p>
            <a:pPr algn="ctr">
              <a:spcBef>
                <a:spcPts val="1001"/>
              </a:spcBef>
              <a:tabLst>
                <a:tab pos="0" algn="l"/>
              </a:tabLst>
            </a:pPr>
            <a:r>
              <a:rPr lang="ca-ES-valencia" sz="2400" dirty="0">
                <a:solidFill>
                  <a:schemeClr val="dk1"/>
                </a:solidFill>
                <a:latin typeface="Arial"/>
              </a:rPr>
              <a:t>JORDI CIDONCHA NAVARRETE</a:t>
            </a:r>
            <a:endParaRPr lang="en-US" dirty="0">
              <a:solidFill>
                <a:schemeClr val="dk1"/>
              </a:solidFill>
            </a:endParaRPr>
          </a:p>
          <a:p>
            <a:pPr algn="ctr">
              <a:spcBef>
                <a:spcPts val="1001"/>
              </a:spcBef>
              <a:tabLst>
                <a:tab pos="0" algn="l"/>
              </a:tabLst>
            </a:pPr>
            <a:r>
              <a:rPr lang="ca-ES-valencia" sz="2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CURS </a:t>
            </a:r>
            <a:r>
              <a:rPr lang="ca-ES-valencia" sz="2400" dirty="0">
                <a:solidFill>
                  <a:schemeClr val="dk1"/>
                </a:solidFill>
                <a:latin typeface="Arial"/>
              </a:rPr>
              <a:t>2026/27 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916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n 16" descr="Un conjunto de letras negras en un fondo negro&#10;&#10;Descripción generada automáticamente con confianza baja"/>
          <p:cNvPicPr/>
          <p:nvPr/>
        </p:nvPicPr>
        <p:blipFill>
          <a:blip r:embed="rId2"/>
          <a:stretch/>
        </p:blipFill>
        <p:spPr>
          <a:xfrm>
            <a:off x="10308600" y="293400"/>
            <a:ext cx="16196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ángulo 3"/>
          <p:cNvSpPr/>
          <p:nvPr/>
        </p:nvSpPr>
        <p:spPr>
          <a:xfrm>
            <a:off x="0" y="6244200"/>
            <a:ext cx="12191760" cy="613440"/>
          </a:xfrm>
          <a:prstGeom prst="rect">
            <a:avLst/>
          </a:prstGeom>
          <a:solidFill>
            <a:srgbClr val="EBBA95"/>
          </a:solidFill>
          <a:ln>
            <a:solidFill>
              <a:srgbClr val="D6E1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5" name="Título 6"/>
          <p:cNvSpPr/>
          <p:nvPr/>
        </p:nvSpPr>
        <p:spPr>
          <a:xfrm>
            <a:off x="1895040" y="235800"/>
            <a:ext cx="8401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ca-ES-valencia" sz="3000" b="1" u="none" strike="noStrike">
                <a:solidFill>
                  <a:srgbClr val="1C4C73"/>
                </a:solidFill>
                <a:effectLst/>
                <a:uFillTx/>
                <a:latin typeface="Arial"/>
              </a:rPr>
              <a:t>ÍNDEX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ángulo 5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36C14"/>
          </a:solidFill>
          <a:ln>
            <a:solidFill>
              <a:srgbClr val="D36C1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ca-ES-valencia" sz="1800" b="0" u="none" strike="noStrike">
              <a:solidFill>
                <a:schemeClr val="accent1"/>
              </a:solidFill>
              <a:effectLst/>
              <a:uFillTx/>
              <a:latin typeface="Aptos"/>
            </a:endParaRPr>
          </a:p>
        </p:txBody>
      </p:sp>
      <p:sp>
        <p:nvSpPr>
          <p:cNvPr id="77" name="Rectángulo 6"/>
          <p:cNvSpPr/>
          <p:nvPr/>
        </p:nvSpPr>
        <p:spPr>
          <a:xfrm>
            <a:off x="0" y="6179040"/>
            <a:ext cx="12191760" cy="69120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24480" rIns="90000" bIns="244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ca-ES-valencia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Subtítulo 4"/>
          <p:cNvSpPr/>
          <p:nvPr/>
        </p:nvSpPr>
        <p:spPr>
          <a:xfrm>
            <a:off x="0" y="6248520"/>
            <a:ext cx="363708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ca-ES-valencia" sz="2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Presentació</a:t>
            </a:r>
            <a:r>
              <a:rPr lang="ca-ES-valencia" sz="2000" dirty="0">
                <a:solidFill>
                  <a:schemeClr val="dk1"/>
                </a:solidFill>
                <a:latin typeface="Arial"/>
              </a:rPr>
              <a:t> del curs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Subtítulo 4"/>
          <p:cNvSpPr/>
          <p:nvPr/>
        </p:nvSpPr>
        <p:spPr>
          <a:xfrm>
            <a:off x="8463240" y="6244200"/>
            <a:ext cx="372852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ca-ES-valencia" sz="2000" dirty="0">
                <a:solidFill>
                  <a:schemeClr val="dk1"/>
                </a:solidFill>
                <a:latin typeface="Arial"/>
              </a:rPr>
              <a:t>DAW </a:t>
            </a:r>
            <a:r>
              <a:rPr lang="ca-ES-valencia" sz="2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– 1º </a:t>
            </a:r>
            <a:r>
              <a:rPr lang="ca-ES-valencia" sz="2000" dirty="0">
                <a:solidFill>
                  <a:schemeClr val="dk1"/>
                </a:solidFill>
                <a:latin typeface="Arial"/>
              </a:rPr>
              <a:t>CFGS</a:t>
            </a:r>
            <a:r>
              <a:rPr lang="ca-ES-valencia" sz="2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Subtítulo 4"/>
          <p:cNvSpPr/>
          <p:nvPr/>
        </p:nvSpPr>
        <p:spPr>
          <a:xfrm>
            <a:off x="514080" y="1284840"/>
            <a:ext cx="11163960" cy="464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ca-ES-valencia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Concepte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ca-ES-valencia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Concepte 2.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lang="ca-ES-valencia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Concepte 3.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ca-ES-valencia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Subconcepte 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n 7" descr="Imagen que contiene firmar, exterior, tráfico, bicicleta&#10;&#10;Descripción generada automáticamente"/>
          <p:cNvPicPr/>
          <p:nvPr/>
        </p:nvPicPr>
        <p:blipFill>
          <a:blip r:embed="rId3"/>
          <a:stretch/>
        </p:blipFill>
        <p:spPr>
          <a:xfrm>
            <a:off x="5806440" y="6268680"/>
            <a:ext cx="578520" cy="58464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05632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ángulo 2"/>
          <p:cNvSpPr/>
          <p:nvPr/>
        </p:nvSpPr>
        <p:spPr>
          <a:xfrm>
            <a:off x="0" y="6244200"/>
            <a:ext cx="12191760" cy="613440"/>
          </a:xfrm>
          <a:prstGeom prst="rect">
            <a:avLst/>
          </a:prstGeom>
          <a:solidFill>
            <a:srgbClr val="EBBA95"/>
          </a:solidFill>
          <a:ln>
            <a:solidFill>
              <a:srgbClr val="EBB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3" name="Rectángulo 5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36C14"/>
          </a:solidFill>
          <a:ln>
            <a:solidFill>
              <a:srgbClr val="D36C1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ca-ES-valencia" sz="1800" b="0" u="none" strike="noStrike">
              <a:solidFill>
                <a:schemeClr val="accent1"/>
              </a:solidFill>
              <a:effectLst/>
              <a:uFillTx/>
              <a:latin typeface="Aptos"/>
            </a:endParaRPr>
          </a:p>
        </p:txBody>
      </p:sp>
      <p:sp>
        <p:nvSpPr>
          <p:cNvPr id="84" name="Rectángulo 6"/>
          <p:cNvSpPr/>
          <p:nvPr/>
        </p:nvSpPr>
        <p:spPr>
          <a:xfrm>
            <a:off x="0" y="6179040"/>
            <a:ext cx="12191760" cy="69120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24480" rIns="90000" bIns="244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ca-ES-valencia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Subtítulo 4"/>
          <p:cNvSpPr/>
          <p:nvPr/>
        </p:nvSpPr>
        <p:spPr>
          <a:xfrm>
            <a:off x="514080" y="1284840"/>
            <a:ext cx="11163960" cy="464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ca-ES-valencia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Descripció del concepte 1 y subconcepte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ítulo 6"/>
          <p:cNvSpPr/>
          <p:nvPr/>
        </p:nvSpPr>
        <p:spPr>
          <a:xfrm>
            <a:off x="1895040" y="289080"/>
            <a:ext cx="8401680" cy="76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ca-ES-valencia" sz="3000" b="1" dirty="0">
                <a:solidFill>
                  <a:srgbClr val="1C4C73"/>
                </a:solidFill>
                <a:latin typeface="Arial"/>
                <a:ea typeface="+mn-lt"/>
                <a:cs typeface="Arial"/>
              </a:rPr>
              <a:t>ON ESTEU I QUÈ COMENÇA ARA</a:t>
            </a:r>
            <a:br>
              <a:rPr sz="3000" dirty="0"/>
            </a:br>
            <a:endParaRPr lang="ca-ES-valencia" sz="2000" b="0" u="none" strike="noStrike">
              <a:solidFill>
                <a:schemeClr val="dk1"/>
              </a:solidFill>
              <a:effectLst/>
              <a:uFillTx/>
              <a:latin typeface="Arial"/>
              <a:cs typeface="Arial"/>
            </a:endParaRPr>
          </a:p>
        </p:txBody>
      </p:sp>
      <p:pic>
        <p:nvPicPr>
          <p:cNvPr id="93" name="Imagen 16" descr="Imagen que contiene firmar, exterior, tráfico, bicicleta&#10;&#10;Descripción generada automáticamente"/>
          <p:cNvPicPr/>
          <p:nvPr/>
        </p:nvPicPr>
        <p:blipFill>
          <a:blip r:embed="rId2"/>
          <a:stretch/>
        </p:blipFill>
        <p:spPr>
          <a:xfrm>
            <a:off x="5806440" y="6268680"/>
            <a:ext cx="578520" cy="5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n 21" descr="Un conjunto de letras negras en un fondo negro&#10;&#10;Descripción generada automáticamente con confianza baja"/>
          <p:cNvPicPr/>
          <p:nvPr/>
        </p:nvPicPr>
        <p:blipFill>
          <a:blip r:embed="rId3"/>
          <a:stretch/>
        </p:blipFill>
        <p:spPr>
          <a:xfrm>
            <a:off x="10308600" y="293400"/>
            <a:ext cx="1619640" cy="42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ubtítulo 4">
            <a:extLst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/>
          <p:nvPr/>
        </p:nvSpPr>
        <p:spPr>
          <a:xfrm>
            <a:off x="0" y="6248520"/>
            <a:ext cx="363708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ca-ES-valencia" sz="2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Presentació</a:t>
            </a:r>
            <a:r>
              <a:rPr lang="ca-ES-valencia" sz="2000" dirty="0">
                <a:solidFill>
                  <a:schemeClr val="dk1"/>
                </a:solidFill>
                <a:latin typeface="Arial"/>
              </a:rPr>
              <a:t> del curs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/>
          <p:nvPr/>
        </p:nvSpPr>
        <p:spPr>
          <a:xfrm>
            <a:off x="8463240" y="6244200"/>
            <a:ext cx="372852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ca-ES-valencia" sz="2000" dirty="0">
                <a:solidFill>
                  <a:schemeClr val="dk1"/>
                </a:solidFill>
                <a:latin typeface="Arial"/>
              </a:rPr>
              <a:t>DAW </a:t>
            </a:r>
            <a:r>
              <a:rPr lang="ca-ES-valencia" sz="2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– 1º </a:t>
            </a:r>
            <a:r>
              <a:rPr lang="ca-ES-valencia" sz="2000" dirty="0">
                <a:solidFill>
                  <a:schemeClr val="dk1"/>
                </a:solidFill>
                <a:latin typeface="Arial"/>
              </a:rPr>
              <a:t>CFGS</a:t>
            </a:r>
            <a:r>
              <a:rPr lang="ca-ES-valencia" sz="20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PRESENTACIÓ DEL CURS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35</cp:revision>
  <dcterms:created xsi:type="dcterms:W3CDTF">2013-07-15T20:26:40Z</dcterms:created>
  <dcterms:modified xsi:type="dcterms:W3CDTF">2026-09-09T08:54:36Z</dcterms:modified>
</cp:coreProperties>
</file>